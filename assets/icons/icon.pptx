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5400675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7B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27"/>
    <p:restoredTop sz="93617"/>
  </p:normalViewPr>
  <p:slideViewPr>
    <p:cSldViewPr snapToGrid="0">
      <p:cViewPr varScale="1">
        <p:scale>
          <a:sx n="94" d="100"/>
          <a:sy n="94" d="100"/>
        </p:scale>
        <p:origin x="1136" y="-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883861"/>
            <a:ext cx="4590574" cy="1880235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2836605"/>
            <a:ext cx="4050506" cy="1303913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2" indent="0" algn="ctr">
              <a:buNone/>
              <a:defRPr sz="1181"/>
            </a:lvl2pPr>
            <a:lvl3pPr marL="540045" indent="0" algn="ctr">
              <a:buNone/>
              <a:defRPr sz="1063"/>
            </a:lvl3pPr>
            <a:lvl4pPr marL="810067" indent="0" algn="ctr">
              <a:buNone/>
              <a:defRPr sz="945"/>
            </a:lvl4pPr>
            <a:lvl5pPr marL="1080089" indent="0" algn="ctr">
              <a:buNone/>
              <a:defRPr sz="945"/>
            </a:lvl5pPr>
            <a:lvl6pPr marL="1350112" indent="0" algn="ctr">
              <a:buNone/>
              <a:defRPr sz="945"/>
            </a:lvl6pPr>
            <a:lvl7pPr marL="1620134" indent="0" algn="ctr">
              <a:buNone/>
              <a:defRPr sz="945"/>
            </a:lvl7pPr>
            <a:lvl8pPr marL="1890156" indent="0" algn="ctr">
              <a:buNone/>
              <a:defRPr sz="945"/>
            </a:lvl8pPr>
            <a:lvl9pPr marL="2160179" indent="0" algn="ctr">
              <a:buNone/>
              <a:defRPr sz="945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AD57-C4F3-9A44-A948-22BD7D11467E}" type="datetimeFigureOut">
              <a:rPr kumimoji="1" lang="ko-Kore-KR" altLang="en-US" smtClean="0"/>
              <a:t>2023. 4. 21.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885-A289-8548-AA7D-E32215FEC3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7767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AD57-C4F3-9A44-A948-22BD7D11467E}" type="datetimeFigureOut">
              <a:rPr kumimoji="1" lang="ko-Kore-KR" altLang="en-US" smtClean="0"/>
              <a:t>2023. 4. 21.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885-A289-8548-AA7D-E32215FEC3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27172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346420"/>
            <a:ext cx="4658082" cy="2246530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3614203"/>
            <a:ext cx="4658082" cy="1181397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/>
                </a:solidFill>
              </a:defRPr>
            </a:lvl1pPr>
            <a:lvl2pPr marL="270022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4004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1006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8008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50112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20134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9015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6017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AD57-C4F3-9A44-A948-22BD7D11467E}" type="datetimeFigureOut">
              <a:rPr kumimoji="1" lang="ko-Kore-KR" altLang="en-US" smtClean="0"/>
              <a:t>2023. 4. 21.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885-A289-8548-AA7D-E32215FEC3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45218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1437680"/>
            <a:ext cx="2295287" cy="34266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1437680"/>
            <a:ext cx="2295287" cy="34266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AD57-C4F3-9A44-A948-22BD7D11467E}" type="datetimeFigureOut">
              <a:rPr kumimoji="1" lang="ko-Kore-KR" altLang="en-US" smtClean="0"/>
              <a:t>2023. 4. 21.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885-A289-8548-AA7D-E32215FEC3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89099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87537"/>
            <a:ext cx="4658082" cy="104388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323916"/>
            <a:ext cx="2284738" cy="648831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1972747"/>
            <a:ext cx="2284738" cy="29016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323916"/>
            <a:ext cx="2295990" cy="648831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1972747"/>
            <a:ext cx="2295990" cy="29016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AD57-C4F3-9A44-A948-22BD7D11467E}" type="datetimeFigureOut">
              <a:rPr kumimoji="1" lang="ko-Kore-KR" altLang="en-US" smtClean="0"/>
              <a:t>2023. 4. 21.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885-A289-8548-AA7D-E32215FEC3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37217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AD57-C4F3-9A44-A948-22BD7D11467E}" type="datetimeFigureOut">
              <a:rPr kumimoji="1" lang="ko-Kore-KR" altLang="en-US" smtClean="0"/>
              <a:t>2023. 4. 21.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885-A289-8548-AA7D-E32215FEC3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7272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AD57-C4F3-9A44-A948-22BD7D11467E}" type="datetimeFigureOut">
              <a:rPr kumimoji="1" lang="ko-Kore-KR" altLang="en-US" smtClean="0"/>
              <a:t>2023. 4. 21.</a:t>
            </a:fld>
            <a:endParaRPr kumimoji="1" lang="ko-Kore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885-A289-8548-AA7D-E32215FEC3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22029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60045"/>
            <a:ext cx="1741858" cy="1260158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777598"/>
            <a:ext cx="2734092" cy="3837980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620202"/>
            <a:ext cx="1741858" cy="3001626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AD57-C4F3-9A44-A948-22BD7D11467E}" type="datetimeFigureOut">
              <a:rPr kumimoji="1" lang="ko-Kore-KR" altLang="en-US" smtClean="0"/>
              <a:t>2023. 4. 21.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885-A289-8548-AA7D-E32215FEC3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29455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60045"/>
            <a:ext cx="1741858" cy="1260158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777598"/>
            <a:ext cx="2734092" cy="3837980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2" indent="0">
              <a:buNone/>
              <a:defRPr sz="1654"/>
            </a:lvl2pPr>
            <a:lvl3pPr marL="540045" indent="0">
              <a:buNone/>
              <a:defRPr sz="1417"/>
            </a:lvl3pPr>
            <a:lvl4pPr marL="810067" indent="0">
              <a:buNone/>
              <a:defRPr sz="1181"/>
            </a:lvl4pPr>
            <a:lvl5pPr marL="1080089" indent="0">
              <a:buNone/>
              <a:defRPr sz="1181"/>
            </a:lvl5pPr>
            <a:lvl6pPr marL="1350112" indent="0">
              <a:buNone/>
              <a:defRPr sz="1181"/>
            </a:lvl6pPr>
            <a:lvl7pPr marL="1620134" indent="0">
              <a:buNone/>
              <a:defRPr sz="1181"/>
            </a:lvl7pPr>
            <a:lvl8pPr marL="1890156" indent="0">
              <a:buNone/>
              <a:defRPr sz="1181"/>
            </a:lvl8pPr>
            <a:lvl9pPr marL="2160179" indent="0">
              <a:buNone/>
              <a:defRPr sz="118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620202"/>
            <a:ext cx="1741858" cy="3001626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AD57-C4F3-9A44-A948-22BD7D11467E}" type="datetimeFigureOut">
              <a:rPr kumimoji="1" lang="ko-Kore-KR" altLang="en-US" smtClean="0"/>
              <a:t>2023. 4. 21.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885-A289-8548-AA7D-E32215FEC3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91192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AD57-C4F3-9A44-A948-22BD7D11467E}" type="datetimeFigureOut">
              <a:rPr kumimoji="1" lang="ko-Kore-KR" altLang="en-US" smtClean="0"/>
              <a:t>2023. 4. 21.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885-A289-8548-AA7D-E32215FEC3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03553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287536"/>
            <a:ext cx="1164521" cy="457682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287536"/>
            <a:ext cx="3426053" cy="457682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AD57-C4F3-9A44-A948-22BD7D11467E}" type="datetimeFigureOut">
              <a:rPr kumimoji="1" lang="ko-Kore-KR" altLang="en-US" smtClean="0"/>
              <a:t>2023. 4. 21.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885-A289-8548-AA7D-E32215FEC3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50432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287537"/>
            <a:ext cx="4658082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1437680"/>
            <a:ext cx="4658082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5005627"/>
            <a:ext cx="121515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7AD57-C4F3-9A44-A948-22BD7D11467E}" type="datetimeFigureOut">
              <a:rPr kumimoji="1" lang="ko-Kore-KR" altLang="en-US" smtClean="0"/>
              <a:t>2023. 4. 21.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5005627"/>
            <a:ext cx="182272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5005627"/>
            <a:ext cx="121515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20885-A289-8548-AA7D-E32215FEC3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94808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0045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1" indent="-135011" algn="l" defTabSz="540045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3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56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78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0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2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45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167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19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45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67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08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1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34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56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17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7B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C3ABBE06-3BD7-D637-5396-18393FB30AFF}"/>
              </a:ext>
            </a:extLst>
          </p:cNvPr>
          <p:cNvGrpSpPr/>
          <p:nvPr/>
        </p:nvGrpSpPr>
        <p:grpSpPr>
          <a:xfrm>
            <a:off x="836603" y="108781"/>
            <a:ext cx="4272915" cy="6223230"/>
            <a:chOff x="563880" y="617220"/>
            <a:chExt cx="4272915" cy="6223230"/>
          </a:xfrm>
          <a:effectLst>
            <a:outerShdw blurRad="50800" dist="38100" dir="2700000" algn="tl" rotWithShape="0">
              <a:prstClr val="black"/>
            </a:outerShdw>
          </a:effectLst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B81A032-F060-A9D9-65E3-398DDC38EC87}"/>
                </a:ext>
              </a:extLst>
            </p:cNvPr>
            <p:cNvSpPr txBox="1"/>
            <p:nvPr/>
          </p:nvSpPr>
          <p:spPr>
            <a:xfrm>
              <a:off x="563880" y="617220"/>
              <a:ext cx="2979420" cy="3939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ore-KR" sz="25000" dirty="0">
                  <a:solidFill>
                    <a:schemeClr val="bg1"/>
                  </a:solidFill>
                  <a:latin typeface="BM DoHyeon OTF" panose="020B0600000101010101" pitchFamily="34" charset="-127"/>
                  <a:ea typeface="BM DoHyeon OTF" panose="020B0600000101010101" pitchFamily="34" charset="-127"/>
                </a:rPr>
                <a:t>H</a:t>
              </a:r>
              <a:endParaRPr kumimoji="1" lang="ko-Kore-KR" altLang="en-US" sz="25000" dirty="0">
                <a:solidFill>
                  <a:schemeClr val="bg1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A27AD9D-14A0-97B1-0B19-35A951A89034}"/>
                </a:ext>
              </a:extLst>
            </p:cNvPr>
            <p:cNvSpPr txBox="1"/>
            <p:nvPr/>
          </p:nvSpPr>
          <p:spPr>
            <a:xfrm>
              <a:off x="1857375" y="900362"/>
              <a:ext cx="2979420" cy="5940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ore-KR" sz="38000" b="1" dirty="0">
                  <a:solidFill>
                    <a:schemeClr val="bg1"/>
                  </a:solidFill>
                  <a:latin typeface="D2Coding ligature" panose="020B0609020101020101" pitchFamily="49" charset="-127"/>
                  <a:ea typeface="D2Coding ligature" panose="020B0609020101020101" pitchFamily="49" charset="-127"/>
                </a:rPr>
                <a:t>J</a:t>
              </a:r>
              <a:endParaRPr kumimoji="1" lang="ko-Kore-KR" altLang="en-US" sz="38000" b="1" dirty="0">
                <a:solidFill>
                  <a:schemeClr val="bg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710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1902</TotalTime>
  <Words>2</Words>
  <Application>Microsoft Macintosh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BM DoHyeon OTF</vt:lpstr>
      <vt:lpstr>D2Coding ligature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Office User</dc:creator>
  <cp:lastModifiedBy>Microsoft Office User</cp:lastModifiedBy>
  <cp:revision>4</cp:revision>
  <dcterms:created xsi:type="dcterms:W3CDTF">2023-03-31T06:47:01Z</dcterms:created>
  <dcterms:modified xsi:type="dcterms:W3CDTF">2023-04-21T06:15:05Z</dcterms:modified>
</cp:coreProperties>
</file>